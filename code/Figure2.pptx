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98" r:id="rId2"/>
  </p:sldIdLst>
  <p:sldSz cx="6858000" cy="9906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8" autoAdjust="0"/>
    <p:restoredTop sz="96357" autoAdjust="0"/>
  </p:normalViewPr>
  <p:slideViewPr>
    <p:cSldViewPr snapToGrid="0">
      <p:cViewPr>
        <p:scale>
          <a:sx n="150" d="100"/>
          <a:sy n="150" d="100"/>
        </p:scale>
        <p:origin x="230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永强 张" userId="afbc5eaa9bdcb7d2" providerId="LiveId" clId="{469186B9-1096-4A72-97B2-FBC95EEA4062}"/>
    <pc:docChg chg="undo custSel delSld modSld">
      <pc:chgData name="永强 张" userId="afbc5eaa9bdcb7d2" providerId="LiveId" clId="{469186B9-1096-4A72-97B2-FBC95EEA4062}" dt="2024-06-07T22:24:56.673" v="1220" actId="478"/>
      <pc:docMkLst>
        <pc:docMk/>
      </pc:docMkLst>
      <pc:sldChg chg="del">
        <pc:chgData name="永强 张" userId="afbc5eaa9bdcb7d2" providerId="LiveId" clId="{469186B9-1096-4A72-97B2-FBC95EEA4062}" dt="2024-04-10T11:22:05.481" v="357" actId="47"/>
        <pc:sldMkLst>
          <pc:docMk/>
          <pc:sldMk cId="2673111007" sldId="372"/>
        </pc:sldMkLst>
      </pc:sldChg>
      <pc:sldChg chg="addSp delSp modSp mod">
        <pc:chgData name="永强 张" userId="afbc5eaa9bdcb7d2" providerId="LiveId" clId="{469186B9-1096-4A72-97B2-FBC95EEA4062}" dt="2024-04-10T11:23:04.243" v="372" actId="1036"/>
        <pc:sldMkLst>
          <pc:docMk/>
          <pc:sldMk cId="3077331692" sldId="374"/>
        </pc:sldMkLst>
      </pc:sldChg>
      <pc:sldChg chg="addSp delSp modSp mod">
        <pc:chgData name="永强 张" userId="afbc5eaa9bdcb7d2" providerId="LiveId" clId="{469186B9-1096-4A72-97B2-FBC95EEA4062}" dt="2024-04-12T12:09:28.147" v="1027" actId="1035"/>
        <pc:sldMkLst>
          <pc:docMk/>
          <pc:sldMk cId="729997344" sldId="375"/>
        </pc:sldMkLst>
      </pc:sldChg>
      <pc:sldChg chg="addSp delSp modSp mod">
        <pc:chgData name="永强 张" userId="afbc5eaa9bdcb7d2" providerId="LiveId" clId="{469186B9-1096-4A72-97B2-FBC95EEA4062}" dt="2024-04-23T11:57:19.477" v="1198" actId="164"/>
        <pc:sldMkLst>
          <pc:docMk/>
          <pc:sldMk cId="2609822555" sldId="382"/>
        </pc:sldMkLst>
      </pc:sldChg>
      <pc:sldChg chg="addSp delSp modSp mod">
        <pc:chgData name="永强 张" userId="afbc5eaa9bdcb7d2" providerId="LiveId" clId="{469186B9-1096-4A72-97B2-FBC95EEA4062}" dt="2024-04-10T11:29:46.213" v="472" actId="478"/>
        <pc:sldMkLst>
          <pc:docMk/>
          <pc:sldMk cId="4202811485" sldId="383"/>
        </pc:sldMkLst>
      </pc:sldChg>
      <pc:sldChg chg="addSp delSp modSp mod">
        <pc:chgData name="永强 张" userId="afbc5eaa9bdcb7d2" providerId="LiveId" clId="{469186B9-1096-4A72-97B2-FBC95EEA4062}" dt="2024-04-10T13:02:56.895" v="1001" actId="1076"/>
        <pc:sldMkLst>
          <pc:docMk/>
          <pc:sldMk cId="202485603" sldId="386"/>
        </pc:sldMkLst>
      </pc:sldChg>
      <pc:sldChg chg="addSp delSp modSp mod">
        <pc:chgData name="永强 张" userId="afbc5eaa9bdcb7d2" providerId="LiveId" clId="{469186B9-1096-4A72-97B2-FBC95EEA4062}" dt="2024-04-13T17:59:32.342" v="1157" actId="1036"/>
        <pc:sldMkLst>
          <pc:docMk/>
          <pc:sldMk cId="674523154" sldId="387"/>
        </pc:sldMkLst>
      </pc:sldChg>
      <pc:sldChg chg="addSp delSp modSp mod">
        <pc:chgData name="永强 张" userId="afbc5eaa9bdcb7d2" providerId="LiveId" clId="{469186B9-1096-4A72-97B2-FBC95EEA4062}" dt="2024-04-13T17:56:35.621" v="1104" actId="1076"/>
        <pc:sldMkLst>
          <pc:docMk/>
          <pc:sldMk cId="3224110613" sldId="388"/>
        </pc:sldMkLst>
      </pc:sldChg>
      <pc:sldChg chg="addSp delSp modSp mod">
        <pc:chgData name="永强 张" userId="afbc5eaa9bdcb7d2" providerId="LiveId" clId="{469186B9-1096-4A72-97B2-FBC95EEA4062}" dt="2024-04-12T12:10:10.289" v="1031" actId="1038"/>
        <pc:sldMkLst>
          <pc:docMk/>
          <pc:sldMk cId="3214080415" sldId="391"/>
        </pc:sldMkLst>
      </pc:sldChg>
      <pc:sldChg chg="addSp delSp modSp mod">
        <pc:chgData name="永强 张" userId="afbc5eaa9bdcb7d2" providerId="LiveId" clId="{469186B9-1096-4A72-97B2-FBC95EEA4062}" dt="2024-06-07T22:24:56.673" v="1220" actId="478"/>
        <pc:sldMkLst>
          <pc:docMk/>
          <pc:sldMk cId="1340975373" sldId="395"/>
        </pc:sldMkLst>
      </pc:sldChg>
      <pc:sldChg chg="addSp modSp mod">
        <pc:chgData name="永强 张" userId="afbc5eaa9bdcb7d2" providerId="LiveId" clId="{469186B9-1096-4A72-97B2-FBC95EEA4062}" dt="2024-06-07T22:24:18.120" v="1217" actId="947"/>
        <pc:sldMkLst>
          <pc:docMk/>
          <pc:sldMk cId="601660394" sldId="396"/>
        </pc:sldMkLst>
      </pc:sldChg>
    </pc:docChg>
  </pc:docChgLst>
  <pc:docChgLst>
    <pc:chgData name="张 永强" userId="afbc5eaa9bdcb7d2" providerId="LiveId" clId="{5E73A565-FDD1-4674-986C-9AEB00825018}"/>
    <pc:docChg chg="undo custSel addSld delSld modSld">
      <pc:chgData name="张 永强" userId="afbc5eaa9bdcb7d2" providerId="LiveId" clId="{5E73A565-FDD1-4674-986C-9AEB00825018}" dt="2024-02-22T03:44:52.128" v="6840" actId="164"/>
      <pc:docMkLst>
        <pc:docMk/>
      </pc:docMkLst>
      <pc:sldChg chg="addSp modSp mod">
        <pc:chgData name="张 永强" userId="afbc5eaa9bdcb7d2" providerId="LiveId" clId="{5E73A565-FDD1-4674-986C-9AEB00825018}" dt="2024-02-22T03:43:13.853" v="6839" actId="164"/>
        <pc:sldMkLst>
          <pc:docMk/>
          <pc:sldMk cId="2673111007" sldId="372"/>
        </pc:sldMkLst>
      </pc:sldChg>
      <pc:sldChg chg="addSp modSp mod">
        <pc:chgData name="张 永强" userId="afbc5eaa9bdcb7d2" providerId="LiveId" clId="{5E73A565-FDD1-4674-986C-9AEB00825018}" dt="2024-02-22T03:44:52.128" v="6840" actId="164"/>
        <pc:sldMkLst>
          <pc:docMk/>
          <pc:sldMk cId="3077331692" sldId="374"/>
        </pc:sldMkLst>
      </pc:sldChg>
      <pc:sldChg chg="addSp modSp mod">
        <pc:chgData name="张 永强" userId="afbc5eaa9bdcb7d2" providerId="LiveId" clId="{5E73A565-FDD1-4674-986C-9AEB00825018}" dt="2024-02-22T03:41:18.217" v="6837" actId="164"/>
        <pc:sldMkLst>
          <pc:docMk/>
          <pc:sldMk cId="729997344" sldId="375"/>
        </pc:sldMkLst>
      </pc:sldChg>
      <pc:sldChg chg="del">
        <pc:chgData name="张 永强" userId="afbc5eaa9bdcb7d2" providerId="LiveId" clId="{5E73A565-FDD1-4674-986C-9AEB00825018}" dt="2024-02-21T21:48:10.784" v="642" actId="47"/>
        <pc:sldMkLst>
          <pc:docMk/>
          <pc:sldMk cId="3954835822" sldId="377"/>
        </pc:sldMkLst>
      </pc:sldChg>
      <pc:sldChg chg="del">
        <pc:chgData name="张 永强" userId="afbc5eaa9bdcb7d2" providerId="LiveId" clId="{5E73A565-FDD1-4674-986C-9AEB00825018}" dt="2024-02-21T21:48:12.712" v="643" actId="47"/>
        <pc:sldMkLst>
          <pc:docMk/>
          <pc:sldMk cId="866976007" sldId="379"/>
        </pc:sldMkLst>
      </pc:sldChg>
      <pc:sldChg chg="del">
        <pc:chgData name="张 永强" userId="afbc5eaa9bdcb7d2" providerId="LiveId" clId="{5E73A565-FDD1-4674-986C-9AEB00825018}" dt="2024-02-21T21:48:14.352" v="644" actId="47"/>
        <pc:sldMkLst>
          <pc:docMk/>
          <pc:sldMk cId="3809648234" sldId="380"/>
        </pc:sldMkLst>
      </pc:sldChg>
      <pc:sldChg chg="del">
        <pc:chgData name="张 永强" userId="afbc5eaa9bdcb7d2" providerId="LiveId" clId="{5E73A565-FDD1-4674-986C-9AEB00825018}" dt="2024-02-21T21:48:15.190" v="645" actId="47"/>
        <pc:sldMkLst>
          <pc:docMk/>
          <pc:sldMk cId="3955783607" sldId="381"/>
        </pc:sldMkLst>
      </pc:sldChg>
      <pc:sldChg chg="addSp modSp mod">
        <pc:chgData name="张 永强" userId="afbc5eaa9bdcb7d2" providerId="LiveId" clId="{5E73A565-FDD1-4674-986C-9AEB00825018}" dt="2024-02-21T21:49:38.250" v="656" actId="6549"/>
        <pc:sldMkLst>
          <pc:docMk/>
          <pc:sldMk cId="202485603" sldId="386"/>
        </pc:sldMkLst>
      </pc:sldChg>
      <pc:sldChg chg="addSp delSp modSp new mod">
        <pc:chgData name="张 永强" userId="afbc5eaa9bdcb7d2" providerId="LiveId" clId="{5E73A565-FDD1-4674-986C-9AEB00825018}" dt="2024-02-22T01:16:19.858" v="2632" actId="21"/>
        <pc:sldMkLst>
          <pc:docMk/>
          <pc:sldMk cId="4068733144" sldId="389"/>
        </pc:sldMkLst>
      </pc:sldChg>
      <pc:sldChg chg="addSp modSp add mod">
        <pc:chgData name="张 永强" userId="afbc5eaa9bdcb7d2" providerId="LiveId" clId="{5E73A565-FDD1-4674-986C-9AEB00825018}" dt="2024-02-22T01:18:05.445" v="2653" actId="20577"/>
        <pc:sldMkLst>
          <pc:docMk/>
          <pc:sldMk cId="2903047375" sldId="390"/>
        </pc:sldMkLst>
      </pc:sldChg>
    </pc:docChg>
  </pc:docChgLst>
  <pc:docChgLst>
    <pc:chgData name="永强 张" userId="afbc5eaa9bdcb7d2" providerId="LiveId" clId="{39A592AA-A638-46FB-A9BE-3420764008D0}"/>
    <pc:docChg chg="undo custSel modSld">
      <pc:chgData name="永强 张" userId="afbc5eaa9bdcb7d2" providerId="LiveId" clId="{39A592AA-A638-46FB-A9BE-3420764008D0}" dt="2025-09-09T06:30:11.245" v="19" actId="14100"/>
      <pc:docMkLst>
        <pc:docMk/>
      </pc:docMkLst>
      <pc:sldChg chg="modSp mod">
        <pc:chgData name="永强 张" userId="afbc5eaa9bdcb7d2" providerId="LiveId" clId="{39A592AA-A638-46FB-A9BE-3420764008D0}" dt="2025-09-09T06:30:11.245" v="19" actId="14100"/>
        <pc:sldMkLst>
          <pc:docMk/>
          <pc:sldMk cId="729997344" sldId="375"/>
        </pc:sldMkLst>
        <pc:spChg chg="mod">
          <ac:chgData name="永强 张" userId="afbc5eaa9bdcb7d2" providerId="LiveId" clId="{39A592AA-A638-46FB-A9BE-3420764008D0}" dt="2025-09-09T02:33:51.071" v="10" actId="1076"/>
          <ac:spMkLst>
            <pc:docMk/>
            <pc:sldMk cId="729997344" sldId="375"/>
            <ac:spMk id="4" creationId="{F96924CC-BD58-32A1-FAFB-8EAB93D7C6F6}"/>
          </ac:spMkLst>
        </pc:spChg>
        <pc:picChg chg="mod">
          <ac:chgData name="永强 张" userId="afbc5eaa9bdcb7d2" providerId="LiveId" clId="{39A592AA-A638-46FB-A9BE-3420764008D0}" dt="2025-09-09T06:30:11.245" v="19" actId="14100"/>
          <ac:picMkLst>
            <pc:docMk/>
            <pc:sldMk cId="729997344" sldId="375"/>
            <ac:picMk id="5" creationId="{646E5E15-19E8-0EA9-3971-B63EE2F74494}"/>
          </ac:picMkLst>
        </pc:picChg>
      </pc:sldChg>
      <pc:sldChg chg="modSp mod">
        <pc:chgData name="永强 张" userId="afbc5eaa9bdcb7d2" providerId="LiveId" clId="{39A592AA-A638-46FB-A9BE-3420764008D0}" dt="2025-09-09T00:59:39.621" v="9" actId="108"/>
        <pc:sldMkLst>
          <pc:docMk/>
          <pc:sldMk cId="601660394" sldId="396"/>
        </pc:sldMkLst>
        <pc:spChg chg="mod">
          <ac:chgData name="永强 张" userId="afbc5eaa9bdcb7d2" providerId="LiveId" clId="{39A592AA-A638-46FB-A9BE-3420764008D0}" dt="2025-09-09T00:59:39.621" v="9" actId="108"/>
          <ac:spMkLst>
            <pc:docMk/>
            <pc:sldMk cId="601660394" sldId="396"/>
            <ac:spMk id="87" creationId="{7C1C00B2-0305-F2F3-CC8D-9CC6E0E4F2A4}"/>
          </ac:spMkLst>
        </pc:spChg>
      </pc:sldChg>
    </pc:docChg>
  </pc:docChgLst>
  <pc:docChgLst>
    <pc:chgData name="永强 张" userId="afbc5eaa9bdcb7d2" providerId="LiveId" clId="{131A4910-1A1C-4F27-8286-FBE7D8F117CF}"/>
    <pc:docChg chg="undo custSel modSld">
      <pc:chgData name="永强 张" userId="afbc5eaa9bdcb7d2" providerId="LiveId" clId="{131A4910-1A1C-4F27-8286-FBE7D8F117CF}" dt="2024-08-29T12:13:31.829" v="31" actId="1036"/>
      <pc:docMkLst>
        <pc:docMk/>
      </pc:docMkLst>
      <pc:sldChg chg="modSp mod">
        <pc:chgData name="永强 张" userId="afbc5eaa9bdcb7d2" providerId="LiveId" clId="{131A4910-1A1C-4F27-8286-FBE7D8F117CF}" dt="2024-08-29T12:13:31.829" v="31" actId="1036"/>
        <pc:sldMkLst>
          <pc:docMk/>
          <pc:sldMk cId="729997344" sldId="375"/>
        </pc:sldMkLst>
      </pc:sldChg>
    </pc:docChg>
  </pc:docChgLst>
  <pc:docChgLst>
    <pc:chgData name="永强 张" userId="afbc5eaa9bdcb7d2" providerId="LiveId" clId="{5E73A565-FDD1-4674-986C-9AEB00825018}"/>
    <pc:docChg chg="custSel modSld">
      <pc:chgData name="永强 张" userId="afbc5eaa9bdcb7d2" providerId="LiveId" clId="{5E73A565-FDD1-4674-986C-9AEB00825018}" dt="2024-02-26T00:19:31.895" v="13" actId="1076"/>
      <pc:docMkLst>
        <pc:docMk/>
      </pc:docMkLst>
      <pc:sldChg chg="addSp delSp modSp mod">
        <pc:chgData name="永强 张" userId="afbc5eaa9bdcb7d2" providerId="LiveId" clId="{5E73A565-FDD1-4674-986C-9AEB00825018}" dt="2024-02-26T00:19:31.895" v="13" actId="1076"/>
        <pc:sldMkLst>
          <pc:docMk/>
          <pc:sldMk cId="4068733144" sldId="3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E996E-9571-4836-B92D-364DA66D326D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4AAB8-81A3-44EC-84B4-3939BBE4B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73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5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17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5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43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8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56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6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7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5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422E-2A2B-4B66-B63F-B7AA4D5BF47B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6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4B33-5E77-BE2C-3118-EA9CD8BA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63D735-C222-B47C-5C51-50EEA6709C66}"/>
              </a:ext>
            </a:extLst>
          </p:cNvPr>
          <p:cNvSpPr txBox="1"/>
          <p:nvPr/>
        </p:nvSpPr>
        <p:spPr>
          <a:xfrm>
            <a:off x="477385" y="4521941"/>
            <a:ext cx="6195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Figure 2 </a:t>
            </a:r>
            <a:r>
              <a:rPr lang="en-US" altLang="zh-CN" dirty="0"/>
              <a:t>| Partitioning global water cycle components based on the emergent constraint approach. </a:t>
            </a:r>
            <a:r>
              <a:rPr lang="en-US" altLang="zh-CN" b="1" dirty="0"/>
              <a:t>a.</a:t>
            </a:r>
            <a:r>
              <a:rPr lang="en-US" altLang="zh-CN" dirty="0"/>
              <a:t> Historical period (1980-2014). </a:t>
            </a:r>
            <a:r>
              <a:rPr lang="en-US" altLang="zh-CN" b="1" dirty="0"/>
              <a:t>b</a:t>
            </a:r>
            <a:r>
              <a:rPr lang="en-US" altLang="zh-CN" dirty="0"/>
              <a:t>. Future under SSP2-4.5 (2051-2100). Note that in panel b, the water balance approaches zero (though not precisely equal to zero) since each component is estimated independently.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95FCC6-8545-3692-5223-29D4AA3F3E34}"/>
              </a:ext>
            </a:extLst>
          </p:cNvPr>
          <p:cNvGrpSpPr/>
          <p:nvPr/>
        </p:nvGrpSpPr>
        <p:grpSpPr>
          <a:xfrm>
            <a:off x="136945" y="516735"/>
            <a:ext cx="7332951" cy="3892172"/>
            <a:chOff x="136945" y="516735"/>
            <a:chExt cx="7332951" cy="3892172"/>
          </a:xfrm>
        </p:grpSpPr>
        <p:pic>
          <p:nvPicPr>
            <p:cNvPr id="18" name="图片 17" descr="图片包含 地图&#10;&#10;描述已自动生成">
              <a:extLst>
                <a:ext uri="{FF2B5EF4-FFF2-40B4-BE49-F238E27FC236}">
                  <a16:creationId xmlns:a16="http://schemas.microsoft.com/office/drawing/2014/main" id="{DCCDA2CD-FBC4-B629-034A-EC3590505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945" y="843094"/>
              <a:ext cx="6508359" cy="3565813"/>
            </a:xfrm>
            <a:prstGeom prst="rect">
              <a:avLst/>
            </a:prstGeom>
          </p:spPr>
        </p:pic>
        <p:sp>
          <p:nvSpPr>
            <p:cNvPr id="84" name="Rectangle 71">
              <a:extLst>
                <a:ext uri="{FF2B5EF4-FFF2-40B4-BE49-F238E27FC236}">
                  <a16:creationId xmlns:a16="http://schemas.microsoft.com/office/drawing/2014/main" id="{FA30053D-2035-7A37-6010-AFAB96F184BA}"/>
                </a:ext>
              </a:extLst>
            </p:cNvPr>
            <p:cNvSpPr/>
            <p:nvPr/>
          </p:nvSpPr>
          <p:spPr>
            <a:xfrm>
              <a:off x="626376" y="1883919"/>
              <a:ext cx="1111772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Forest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29.6 ± 1.9%</a:t>
              </a:r>
            </a:p>
          </p:txBody>
        </p:sp>
        <p:sp>
          <p:nvSpPr>
            <p:cNvPr id="85" name="Rectangle 71">
              <a:extLst>
                <a:ext uri="{FF2B5EF4-FFF2-40B4-BE49-F238E27FC236}">
                  <a16:creationId xmlns:a16="http://schemas.microsoft.com/office/drawing/2014/main" id="{3560752D-99B0-CB59-E8F5-3F7D44C1EE41}"/>
                </a:ext>
              </a:extLst>
            </p:cNvPr>
            <p:cNvSpPr/>
            <p:nvPr/>
          </p:nvSpPr>
          <p:spPr>
            <a:xfrm>
              <a:off x="2306426" y="2271888"/>
              <a:ext cx="1061209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Shrubland</a:t>
              </a:r>
            </a:p>
            <a:p>
              <a:pPr algn="ctr" defTabSz="914384"/>
              <a:r>
                <a:rPr lang="en-US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31.7 ± 1.2%</a:t>
              </a:r>
              <a:endParaRPr lang="en-US" sz="1000" i="1" dirty="0">
                <a:solidFill>
                  <a:prstClr val="white"/>
                </a:solidFill>
                <a:effectLst>
                  <a:glow rad="63500">
                    <a:schemeClr val="tx1">
                      <a:alpha val="66000"/>
                    </a:schemeClr>
                  </a:glow>
                </a:effectLst>
                <a:latin typeface="Calibri (正文)"/>
              </a:endParaRPr>
            </a:p>
          </p:txBody>
        </p:sp>
        <p:sp>
          <p:nvSpPr>
            <p:cNvPr id="86" name="Rectangle 71">
              <a:extLst>
                <a:ext uri="{FF2B5EF4-FFF2-40B4-BE49-F238E27FC236}">
                  <a16:creationId xmlns:a16="http://schemas.microsoft.com/office/drawing/2014/main" id="{7C017CE4-98AF-E1D6-AC4E-D4158E35510D}"/>
                </a:ext>
              </a:extLst>
            </p:cNvPr>
            <p:cNvSpPr/>
            <p:nvPr/>
          </p:nvSpPr>
          <p:spPr>
            <a:xfrm>
              <a:off x="2418096" y="2767831"/>
              <a:ext cx="1094299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Grassland</a:t>
              </a:r>
            </a:p>
            <a:p>
              <a:pPr algn="ctr" defTabSz="914384"/>
              <a:r>
                <a:rPr lang="en-US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19.0 ± 1.0%</a:t>
              </a:r>
              <a:endParaRPr lang="en-US" sz="1000" i="1" dirty="0">
                <a:solidFill>
                  <a:prstClr val="white"/>
                </a:solidFill>
                <a:effectLst>
                  <a:glow rad="63500">
                    <a:schemeClr val="tx1">
                      <a:alpha val="66000"/>
                    </a:schemeClr>
                  </a:glow>
                </a:effectLst>
                <a:latin typeface="Calibri (正文)"/>
              </a:endParaRPr>
            </a:p>
          </p:txBody>
        </p:sp>
        <p:sp>
          <p:nvSpPr>
            <p:cNvPr id="87" name="Rectangle 71">
              <a:extLst>
                <a:ext uri="{FF2B5EF4-FFF2-40B4-BE49-F238E27FC236}">
                  <a16:creationId xmlns:a16="http://schemas.microsoft.com/office/drawing/2014/main" id="{4CA262A9-E046-73FC-4822-233A0CA621AA}"/>
                </a:ext>
              </a:extLst>
            </p:cNvPr>
            <p:cNvSpPr/>
            <p:nvPr/>
          </p:nvSpPr>
          <p:spPr>
            <a:xfrm>
              <a:off x="2142069" y="1739550"/>
              <a:ext cx="1040601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Wetland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1.7 ± 0.3%</a:t>
              </a:r>
            </a:p>
          </p:txBody>
        </p:sp>
        <p:sp>
          <p:nvSpPr>
            <p:cNvPr id="88" name="Rectangle 71">
              <a:extLst>
                <a:ext uri="{FF2B5EF4-FFF2-40B4-BE49-F238E27FC236}">
                  <a16:creationId xmlns:a16="http://schemas.microsoft.com/office/drawing/2014/main" id="{59099326-81B8-FC42-5828-322E18365E03}"/>
                </a:ext>
              </a:extLst>
            </p:cNvPr>
            <p:cNvSpPr/>
            <p:nvPr/>
          </p:nvSpPr>
          <p:spPr>
            <a:xfrm>
              <a:off x="3099373" y="2038435"/>
              <a:ext cx="1033711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Cropland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12.3 ± 0.9%</a:t>
              </a:r>
            </a:p>
          </p:txBody>
        </p:sp>
        <p:sp>
          <p:nvSpPr>
            <p:cNvPr id="89" name="Rectangle 71">
              <a:extLst>
                <a:ext uri="{FF2B5EF4-FFF2-40B4-BE49-F238E27FC236}">
                  <a16:creationId xmlns:a16="http://schemas.microsoft.com/office/drawing/2014/main" id="{610DCA2A-BECB-5A2A-B312-B70002CEE173}"/>
                </a:ext>
              </a:extLst>
            </p:cNvPr>
            <p:cNvSpPr/>
            <p:nvPr/>
          </p:nvSpPr>
          <p:spPr>
            <a:xfrm>
              <a:off x="4598003" y="1919323"/>
              <a:ext cx="1023710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Others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3.9 ± 0.3%</a:t>
              </a:r>
            </a:p>
          </p:txBody>
        </p:sp>
        <p:sp>
          <p:nvSpPr>
            <p:cNvPr id="90" name="Rectangle 71">
              <a:extLst>
                <a:ext uri="{FF2B5EF4-FFF2-40B4-BE49-F238E27FC236}">
                  <a16:creationId xmlns:a16="http://schemas.microsoft.com/office/drawing/2014/main" id="{D7C66EA1-B4AD-5DBB-8777-9A2460B35605}"/>
                </a:ext>
              </a:extLst>
            </p:cNvPr>
            <p:cNvSpPr/>
            <p:nvPr/>
          </p:nvSpPr>
          <p:spPr>
            <a:xfrm>
              <a:off x="4178772" y="2266477"/>
              <a:ext cx="1054194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Water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1.7 ± 0.6%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65E610E-5180-29A7-6139-E18B853503A9}"/>
                </a:ext>
              </a:extLst>
            </p:cNvPr>
            <p:cNvSpPr txBox="1"/>
            <p:nvPr/>
          </p:nvSpPr>
          <p:spPr>
            <a:xfrm>
              <a:off x="711447" y="713207"/>
              <a:ext cx="16530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1100" i="1" dirty="0"/>
                <a:t>Land precipitation </a:t>
              </a:r>
            </a:p>
            <a:p>
              <a:r>
                <a:rPr lang="en-US" altLang="zh-CN" sz="1100" i="1" dirty="0"/>
                <a:t>112.4 ± 4.2</a:t>
              </a:r>
              <a:r>
                <a:rPr lang="en-US" altLang="zh-CN" sz="1100" b="1" i="1" dirty="0"/>
                <a:t> / </a:t>
              </a:r>
              <a:r>
                <a:rPr lang="en-US" altLang="zh-CN" sz="1100" i="1" dirty="0">
                  <a:solidFill>
                    <a:srgbClr val="EE0000"/>
                  </a:solidFill>
                </a:rPr>
                <a:t>117.8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 ± 5.3</a:t>
              </a:r>
              <a:endParaRPr lang="zh-CN" altLang="en-US" sz="1100" i="1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F8368FDF-B120-FA1B-5FAE-0701921875C2}"/>
                </a:ext>
              </a:extLst>
            </p:cNvPr>
            <p:cNvSpPr txBox="1"/>
            <p:nvPr/>
          </p:nvSpPr>
          <p:spPr>
            <a:xfrm>
              <a:off x="3985910" y="1352560"/>
              <a:ext cx="16530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Land evapotranspiration </a:t>
              </a:r>
            </a:p>
            <a:p>
              <a:r>
                <a:rPr lang="en-US" altLang="zh-CN" sz="1100" b="1" i="1" dirty="0"/>
                <a:t>73.4 ± 6.2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76.7 ± 6.6   </a:t>
              </a:r>
              <a:endParaRPr lang="zh-CN" altLang="en-US" sz="1100" b="1" i="1" dirty="0">
                <a:solidFill>
                  <a:srgbClr val="EE0000"/>
                </a:solidFill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FFA0193-F8EC-1738-18B6-713D27374CC7}"/>
                </a:ext>
              </a:extLst>
            </p:cNvPr>
            <p:cNvSpPr txBox="1"/>
            <p:nvPr/>
          </p:nvSpPr>
          <p:spPr>
            <a:xfrm>
              <a:off x="1335143" y="1474312"/>
              <a:ext cx="11913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 b="1" i="1"/>
              </a:lvl1pPr>
            </a:lstStyle>
            <a:p>
              <a:r>
                <a:rPr lang="en-US" altLang="zh-CN" dirty="0"/>
                <a:t>Subsurface flow </a:t>
              </a:r>
            </a:p>
            <a:p>
              <a:r>
                <a:rPr lang="en-US" altLang="zh-CN" dirty="0"/>
                <a:t>25.9 ± 5.1   </a:t>
              </a:r>
              <a:endParaRPr lang="zh-CN" altLang="en-US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52C7A5CC-489A-E2A1-F8F1-C8E516CA776F}"/>
                </a:ext>
              </a:extLst>
            </p:cNvPr>
            <p:cNvSpPr txBox="1"/>
            <p:nvPr/>
          </p:nvSpPr>
          <p:spPr>
            <a:xfrm>
              <a:off x="4705869" y="2498705"/>
              <a:ext cx="17972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Ocean precipitation </a:t>
              </a:r>
            </a:p>
            <a:p>
              <a:r>
                <a:rPr lang="en-US" altLang="zh-CN" sz="1100" b="1" i="1" dirty="0"/>
                <a:t>395.5 ± 20.6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404.7 ± 21.7</a:t>
              </a:r>
              <a:endParaRPr lang="zh-CN" altLang="en-US" sz="1100" b="1" i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3FE46F2-ED61-3D9C-C657-C51852992F48}"/>
                </a:ext>
              </a:extLst>
            </p:cNvPr>
            <p:cNvSpPr txBox="1"/>
            <p:nvPr/>
          </p:nvSpPr>
          <p:spPr>
            <a:xfrm>
              <a:off x="3780845" y="3510323"/>
              <a:ext cx="132921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Ocean evaporation </a:t>
              </a:r>
            </a:p>
            <a:p>
              <a:r>
                <a:rPr lang="en-US" altLang="zh-CN" sz="1100" b="1" i="1" dirty="0"/>
                <a:t>434.6 ± 21.3  </a:t>
              </a:r>
              <a:endParaRPr lang="zh-CN" altLang="en-US" sz="1100" b="1" i="1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ACB4796-1C51-4B00-9F57-57C7EB196153}"/>
                </a:ext>
              </a:extLst>
            </p:cNvPr>
            <p:cNvSpPr txBox="1"/>
            <p:nvPr/>
          </p:nvSpPr>
          <p:spPr>
            <a:xfrm>
              <a:off x="2223131" y="1084598"/>
              <a:ext cx="9428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Surface flow </a:t>
              </a:r>
            </a:p>
            <a:p>
              <a:r>
                <a:rPr lang="en-US" altLang="zh-CN" sz="1100" b="1" i="1" dirty="0"/>
                <a:t>13.2 ± 3.6   </a:t>
              </a:r>
              <a:endParaRPr lang="zh-CN" altLang="en-US" sz="1100" b="1" i="1" dirty="0"/>
            </a:p>
          </p:txBody>
        </p:sp>
        <p:sp>
          <p:nvSpPr>
            <p:cNvPr id="110" name="Freeform 56">
              <a:extLst>
                <a:ext uri="{FF2B5EF4-FFF2-40B4-BE49-F238E27FC236}">
                  <a16:creationId xmlns:a16="http://schemas.microsoft.com/office/drawing/2014/main" id="{55E482EF-9665-3414-E88F-B30C6D90CD10}"/>
                </a:ext>
              </a:extLst>
            </p:cNvPr>
            <p:cNvSpPr/>
            <p:nvPr/>
          </p:nvSpPr>
          <p:spPr>
            <a:xfrm rot="6187597">
              <a:off x="4229450" y="2414894"/>
              <a:ext cx="199552" cy="586430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359238 w 432933"/>
                <a:gd name="connsiteY0" fmla="*/ 5798378 h 5798379"/>
                <a:gd name="connsiteX1" fmla="*/ 0 w 432933"/>
                <a:gd name="connsiteY1" fmla="*/ 1 h 5798379"/>
                <a:gd name="connsiteX0" fmla="*/ 359238 w 420559"/>
                <a:gd name="connsiteY0" fmla="*/ 5798378 h 5798379"/>
                <a:gd name="connsiteX1" fmla="*/ 0 w 420559"/>
                <a:gd name="connsiteY1" fmla="*/ 1 h 5798379"/>
                <a:gd name="connsiteX0" fmla="*/ 526746 w 573637"/>
                <a:gd name="connsiteY0" fmla="*/ 6406427 h 6406426"/>
                <a:gd name="connsiteX1" fmla="*/ 0 w 573637"/>
                <a:gd name="connsiteY1" fmla="*/ 1 h 6406426"/>
                <a:gd name="connsiteX0" fmla="*/ 526746 w 526747"/>
                <a:gd name="connsiteY0" fmla="*/ 6406427 h 6406426"/>
                <a:gd name="connsiteX1" fmla="*/ 0 w 526747"/>
                <a:gd name="connsiteY1" fmla="*/ 1 h 6406426"/>
                <a:gd name="connsiteX0" fmla="*/ 543595 w 543596"/>
                <a:gd name="connsiteY0" fmla="*/ 7908073 h 7908072"/>
                <a:gd name="connsiteX1" fmla="*/ 1 w 543596"/>
                <a:gd name="connsiteY1" fmla="*/ 0 h 7908072"/>
                <a:gd name="connsiteX0" fmla="*/ 1 w 357397"/>
                <a:gd name="connsiteY0" fmla="*/ 4203693 h 4203692"/>
                <a:gd name="connsiteX1" fmla="*/ 312456 w 357397"/>
                <a:gd name="connsiteY1" fmla="*/ -1 h 4203692"/>
                <a:gd name="connsiteX0" fmla="*/ 152357 w 464812"/>
                <a:gd name="connsiteY0" fmla="*/ 4203693 h 4203692"/>
                <a:gd name="connsiteX1" fmla="*/ 464812 w 464812"/>
                <a:gd name="connsiteY1" fmla="*/ -1 h 4203692"/>
                <a:gd name="connsiteX0" fmla="*/ 84611 w 526431"/>
                <a:gd name="connsiteY0" fmla="*/ 2531193 h 2531195"/>
                <a:gd name="connsiteX1" fmla="*/ 526431 w 526431"/>
                <a:gd name="connsiteY1" fmla="*/ -1 h 2531195"/>
                <a:gd name="connsiteX0" fmla="*/ 130269 w 572089"/>
                <a:gd name="connsiteY0" fmla="*/ 2531193 h 2531195"/>
                <a:gd name="connsiteX1" fmla="*/ 572089 w 572089"/>
                <a:gd name="connsiteY1" fmla="*/ -1 h 2531195"/>
                <a:gd name="connsiteX0" fmla="*/ 61474 w 503294"/>
                <a:gd name="connsiteY0" fmla="*/ 2531193 h 2531195"/>
                <a:gd name="connsiteX1" fmla="*/ 503294 w 503294"/>
                <a:gd name="connsiteY1" fmla="*/ -1 h 2531195"/>
                <a:gd name="connsiteX0" fmla="*/ -1 w 441819"/>
                <a:gd name="connsiteY0" fmla="*/ 2531193 h 2531195"/>
                <a:gd name="connsiteX1" fmla="*/ 441819 w 441819"/>
                <a:gd name="connsiteY1" fmla="*/ -1 h 2531195"/>
                <a:gd name="connsiteX0" fmla="*/ 51822 w 493642"/>
                <a:gd name="connsiteY0" fmla="*/ 2531193 h 2531195"/>
                <a:gd name="connsiteX1" fmla="*/ 493642 w 493642"/>
                <a:gd name="connsiteY1" fmla="*/ -1 h 2531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642" h="2531195">
                  <a:moveTo>
                    <a:pt x="51822" y="2531193"/>
                  </a:moveTo>
                  <a:cubicBezTo>
                    <a:pt x="-77760" y="585754"/>
                    <a:pt x="23574" y="901454"/>
                    <a:pt x="493642" y="-1"/>
                  </a:cubicBezTo>
                </a:path>
              </a:pathLst>
            </a:custGeom>
            <a:noFill/>
            <a:ln w="28575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200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3" name="Freeform 54">
              <a:extLst>
                <a:ext uri="{FF2B5EF4-FFF2-40B4-BE49-F238E27FC236}">
                  <a16:creationId xmlns:a16="http://schemas.microsoft.com/office/drawing/2014/main" id="{04661DDB-3C81-1D82-9C76-BF938D01DD07}"/>
                </a:ext>
              </a:extLst>
            </p:cNvPr>
            <p:cNvSpPr/>
            <p:nvPr/>
          </p:nvSpPr>
          <p:spPr>
            <a:xfrm rot="10800000" flipH="1">
              <a:off x="5147959" y="2910204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63500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12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4" name="Freeform 54">
              <a:extLst>
                <a:ext uri="{FF2B5EF4-FFF2-40B4-BE49-F238E27FC236}">
                  <a16:creationId xmlns:a16="http://schemas.microsoft.com/office/drawing/2014/main" id="{422D4879-C2DB-AB6D-A20F-9ED608C176A9}"/>
                </a:ext>
              </a:extLst>
            </p:cNvPr>
            <p:cNvSpPr/>
            <p:nvPr/>
          </p:nvSpPr>
          <p:spPr>
            <a:xfrm flipH="1">
              <a:off x="4622319" y="2969002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73025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12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5" name="Freeform 54">
              <a:extLst>
                <a:ext uri="{FF2B5EF4-FFF2-40B4-BE49-F238E27FC236}">
                  <a16:creationId xmlns:a16="http://schemas.microsoft.com/office/drawing/2014/main" id="{9275BA31-0F9D-89C9-32A7-ABDA1D1B2A0A}"/>
                </a:ext>
              </a:extLst>
            </p:cNvPr>
            <p:cNvSpPr/>
            <p:nvPr/>
          </p:nvSpPr>
          <p:spPr>
            <a:xfrm flipH="1">
              <a:off x="3976376" y="1315396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44450">
              <a:solidFill>
                <a:srgbClr val="ABF435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03426"/>
              <a:endParaRPr lang="en-US" sz="706" dirty="0">
                <a:solidFill>
                  <a:srgbClr val="ABF435"/>
                </a:solidFill>
                <a:latin typeface="+mj-lt"/>
              </a:endParaRPr>
            </a:p>
          </p:txBody>
        </p:sp>
        <p:sp>
          <p:nvSpPr>
            <p:cNvPr id="116" name="Freeform 54">
              <a:extLst>
                <a:ext uri="{FF2B5EF4-FFF2-40B4-BE49-F238E27FC236}">
                  <a16:creationId xmlns:a16="http://schemas.microsoft.com/office/drawing/2014/main" id="{45C7B28A-F3A4-BA94-E1B0-9C41FE1FFDB7}"/>
                </a:ext>
              </a:extLst>
            </p:cNvPr>
            <p:cNvSpPr/>
            <p:nvPr/>
          </p:nvSpPr>
          <p:spPr>
            <a:xfrm rot="10800000" flipH="1">
              <a:off x="1126158" y="1144094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69850">
              <a:solidFill>
                <a:srgbClr val="ABF435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03426"/>
              <a:endParaRPr lang="en-US" sz="706" dirty="0">
                <a:solidFill>
                  <a:srgbClr val="ABF435"/>
                </a:solidFill>
                <a:latin typeface="+mj-lt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FCB21669-F055-6317-5FFC-A8B8A194B873}"/>
                </a:ext>
              </a:extLst>
            </p:cNvPr>
            <p:cNvSpPr txBox="1"/>
            <p:nvPr/>
          </p:nvSpPr>
          <p:spPr>
            <a:xfrm>
              <a:off x="3280924" y="2346820"/>
              <a:ext cx="15728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Total river flow</a:t>
              </a:r>
            </a:p>
            <a:p>
              <a:r>
                <a:rPr lang="en-US" altLang="zh-CN" sz="1100" b="1" i="1" dirty="0"/>
                <a:t>39.1 ± 5.4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42.1 ± 5.7</a:t>
              </a:r>
              <a:r>
                <a:rPr lang="en-US" altLang="zh-CN" sz="1100" b="1" i="1" dirty="0"/>
                <a:t>  </a:t>
              </a:r>
              <a:endParaRPr lang="zh-CN" altLang="en-US" sz="1100" b="1" i="1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5C797D6D-B61B-7201-734C-3A644E6DE28C}"/>
                </a:ext>
              </a:extLst>
            </p:cNvPr>
            <p:cNvSpPr txBox="1"/>
            <p:nvPr/>
          </p:nvSpPr>
          <p:spPr>
            <a:xfrm>
              <a:off x="4925538" y="748108"/>
              <a:ext cx="16107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Unit: 10</a:t>
              </a:r>
              <a:r>
                <a:rPr lang="en-US" altLang="zh-CN" sz="1400" baseline="30000" dirty="0"/>
                <a:t>3</a:t>
              </a:r>
              <a:r>
                <a:rPr lang="en-US" altLang="zh-CN" sz="1400" dirty="0"/>
                <a:t> km</a:t>
              </a:r>
              <a:r>
                <a:rPr lang="en-US" altLang="zh-CN" sz="1400" baseline="30000" dirty="0"/>
                <a:t>3</a:t>
              </a:r>
              <a:r>
                <a:rPr lang="en-US" altLang="zh-CN" sz="1400" dirty="0"/>
                <a:t> year</a:t>
              </a:r>
              <a:r>
                <a:rPr lang="en-US" altLang="zh-CN" sz="1400" baseline="30000" dirty="0"/>
                <a:t>-1</a:t>
              </a:r>
              <a:endParaRPr lang="zh-CN" altLang="en-US" sz="1400" baseline="30000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7BB2688-5B15-8A60-5F50-19C554813E95}"/>
                </a:ext>
              </a:extLst>
            </p:cNvPr>
            <p:cNvSpPr txBox="1"/>
            <p:nvPr/>
          </p:nvSpPr>
          <p:spPr>
            <a:xfrm>
              <a:off x="4493538" y="516735"/>
              <a:ext cx="2976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cs typeface="Times New Roman" panose="02020603050405020304" pitchFamily="18" charset="0"/>
                </a:rPr>
                <a:t>Historial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 period / </a:t>
              </a:r>
              <a:r>
                <a:rPr lang="en-US" altLang="zh-CN" sz="1400" b="1" dirty="0">
                  <a:solidFill>
                    <a:srgbClr val="EE0000"/>
                  </a:solidFill>
                  <a:cs typeface="Times New Roman" panose="02020603050405020304" pitchFamily="18" charset="0"/>
                </a:rPr>
                <a:t>Future</a:t>
              </a:r>
              <a:endParaRPr lang="zh-CN" altLang="en-US" sz="1400" dirty="0">
                <a:solidFill>
                  <a:srgbClr val="EE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538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105986</TotalTime>
  <Words>159</Words>
  <Application>Microsoft Office PowerPoint</Application>
  <PresentationFormat>A4 纸张(210x297 毫米)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Calibri (正文)</vt:lpstr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ZhangYongqiang</dc:creator>
  <cp:lastModifiedBy>Longhao Wang</cp:lastModifiedBy>
  <cp:revision>500</cp:revision>
  <cp:lastPrinted>2023-10-11T05:38:38Z</cp:lastPrinted>
  <dcterms:created xsi:type="dcterms:W3CDTF">2020-09-15T14:46:56Z</dcterms:created>
  <dcterms:modified xsi:type="dcterms:W3CDTF">2025-09-13T07:05:51Z</dcterms:modified>
</cp:coreProperties>
</file>